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>
        <p:scale>
          <a:sx n="72" d="100"/>
          <a:sy n="72" d="100"/>
        </p:scale>
        <p:origin x="11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12CF9-ECB1-8EB7-A2BE-0A11AA1C2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F2A7A2-DB73-998C-569A-1E12174ACC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A8C455-EBBB-682C-47D6-E387BE812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7BFEEC-968E-3B71-655A-5E4C1F0C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90D6C-6555-7035-16C7-AD8DB4E73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1223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8D4CA-4AF9-BFB9-0113-8B4711FBB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AB705-49A1-FE15-D7CA-824738F93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9E894-74A7-9A31-98EB-CEC406D63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AE3751-3E54-599B-E1AC-4B7D118FC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FB655-3D0B-3EA5-0440-B9FA14B9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3405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01FC-2253-1934-AF35-336675482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3116F-CB9A-352A-A5A0-607805F6FF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565A3-0162-86F0-4632-F63106CDB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610B2-2AAC-605F-55B5-2024B26AA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93264B-E927-A9D5-BB83-AF341C8E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443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451A1-98B4-1368-5494-B0475D997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6FA50A-2A8B-F233-62A6-8C567B36E2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B04EB2-400C-E3B7-E4EE-EE862558D6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63A257-AD74-B6BA-29CD-CC6CC2D8D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4FDEC8-B277-C3DA-799B-BBE601869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DC7A2C-3FEB-1136-1527-28B7767C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5683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11AED-E290-5966-630A-3FD172D25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49D6B2-EDA2-3238-F559-E7E5F1E75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7831D-F5CA-4752-451F-5D3E15402F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7A8D6A-E7FB-E5A9-B9B8-6B4F9AE395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3E32D2-AB51-128B-B2A4-66FA0B688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C1A5CE-32AC-4B9E-DD73-020C02CC3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6B1008-9104-2053-E992-4D2090BF7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D713E6-2274-E9B3-4B30-1C3C68FA4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5072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27BF8-4107-7D57-507E-DFC8A38AA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49418-91F2-FA10-0A7A-AB9F1D49E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2E36A3-B58B-DCC9-B65C-1B1451AFA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FD91C4-A5BB-D75F-7B1B-951B4B58A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6097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FF7CFD-8565-C64E-93D4-4089C18D5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0910A6-6B77-9D2D-6801-B4BA62421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57E26A-F19E-C568-78E4-5734D5586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444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63A51-ABBB-CC5B-86C1-2FE7D6811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3943E-2831-E766-F220-3F85A705E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16C070-9457-715F-D650-2D0D8F741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E47262-0382-A854-4E92-17DF407B1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E3AA77-58A1-8146-86B1-1C38051E1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245D1E-9C20-E65F-7B2B-0D87714B7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7380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C485D-15E9-BD76-8999-37FB63ACD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C87CE34-5211-CFDB-3CAA-3D39C79CBB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18D258-52B9-1A24-424A-857D490EA7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30BAC2-BB21-DE3C-CD0D-98B9AECFA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81B1AD-17E1-B4EA-BCBC-840F804FE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0D2C5D-671C-F649-1B52-5444A7818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290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F01E-8D4E-7392-9DAE-431500772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739E2E-5F54-C3CB-137E-7691B799C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2B847C-1248-6FA7-1CD2-D3E11FFDB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D1BB3-FC2E-FBB1-43BB-E67A5D989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FA41C-A876-069B-74F3-1E02DB61C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7127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B37C55-D52A-F7F3-4D50-E992BDA9F0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AA0028-F674-441D-06B1-73492F9751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98770-251B-B94C-C0F3-2E8051A4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9FA0A-68F8-EBB0-74A0-92E7A9E6F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5E8B3-FD58-903D-F5C2-E5B1E5F99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2159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80845F-C6B3-E7A4-17D8-7E89A47E7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81612-EA97-1801-A7B5-BFD6600725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0C9E2F-EAB8-2427-2CFC-8D823BCF8E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76A4F-7CE0-476C-992A-88C2AABCE3EB}" type="datetimeFigureOut">
              <a:rPr lang="en-IN" smtClean="0"/>
              <a:t>30-11-2025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294D13-7920-F0DB-FF8F-3287DE7F44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0B41F-E94C-2A55-D561-3B7022FFC6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4C2201-7C96-4DD8-A756-993362A6A4E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8028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122BCC-762A-D00D-4E6F-C145321F638A}"/>
              </a:ext>
            </a:extLst>
          </p:cNvPr>
          <p:cNvSpPr/>
          <p:nvPr/>
        </p:nvSpPr>
        <p:spPr>
          <a:xfrm>
            <a:off x="3376356" y="619432"/>
            <a:ext cx="1396180" cy="8357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Doc Retriever</a:t>
            </a:r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2BF546D-FAD7-7A92-CFA1-7BCFF7ABE6F1}"/>
              </a:ext>
            </a:extLst>
          </p:cNvPr>
          <p:cNvSpPr/>
          <p:nvPr/>
        </p:nvSpPr>
        <p:spPr>
          <a:xfrm>
            <a:off x="3376356" y="2143432"/>
            <a:ext cx="1396180" cy="8357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Grader</a:t>
            </a:r>
            <a:endParaRPr lang="en-IN" dirty="0"/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A0535598-1C2C-5583-0183-77E87400B421}"/>
              </a:ext>
            </a:extLst>
          </p:cNvPr>
          <p:cNvSpPr/>
          <p:nvPr/>
        </p:nvSpPr>
        <p:spPr>
          <a:xfrm>
            <a:off x="3052716" y="3622824"/>
            <a:ext cx="2113937" cy="1170039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Quality Check &amp; self-reflection</a:t>
            </a:r>
            <a:endParaRPr lang="en-IN" sz="11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AC13552-A0BB-EA58-8B3C-08C9AE60C7C9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4074446" y="1455174"/>
            <a:ext cx="0" cy="688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4811A8-3174-DA1A-ED4F-4B73C8E6A862}"/>
              </a:ext>
            </a:extLst>
          </p:cNvPr>
          <p:cNvCxnSpPr/>
          <p:nvPr/>
        </p:nvCxnSpPr>
        <p:spPr>
          <a:xfrm>
            <a:off x="4074446" y="2900516"/>
            <a:ext cx="0" cy="6882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B07AB425-A9F1-7C6E-E35E-90DAFBE49B6E}"/>
              </a:ext>
            </a:extLst>
          </p:cNvPr>
          <p:cNvCxnSpPr>
            <a:cxnSpLocks/>
          </p:cNvCxnSpPr>
          <p:nvPr/>
        </p:nvCxnSpPr>
        <p:spPr>
          <a:xfrm>
            <a:off x="4074446" y="4876800"/>
            <a:ext cx="4591887" cy="587374"/>
          </a:xfrm>
          <a:prstGeom prst="bentConnector3">
            <a:avLst>
              <a:gd name="adj1" fmla="val 2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670060B-37E8-25CA-C1D2-C28CC29C3EC7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5166653" y="3399504"/>
            <a:ext cx="1156653" cy="8083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06B1185-ADB4-8854-BD10-ED93B52F48F4}"/>
              </a:ext>
            </a:extLst>
          </p:cNvPr>
          <p:cNvSpPr txBox="1"/>
          <p:nvPr/>
        </p:nvSpPr>
        <p:spPr>
          <a:xfrm>
            <a:off x="4162937" y="3035450"/>
            <a:ext cx="1705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 (Not Up-to-Mark)</a:t>
            </a:r>
            <a:endParaRPr lang="en-IN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50D94D-D372-DEF1-49A9-FFD5363F0388}"/>
              </a:ext>
            </a:extLst>
          </p:cNvPr>
          <p:cNvSpPr txBox="1"/>
          <p:nvPr/>
        </p:nvSpPr>
        <p:spPr>
          <a:xfrm>
            <a:off x="4826614" y="5156397"/>
            <a:ext cx="18533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Yes – Up-to-the Mark</a:t>
            </a:r>
            <a:endParaRPr lang="en-IN" sz="14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9BC87BA-402D-842D-8DD1-D90F3EED523B}"/>
              </a:ext>
            </a:extLst>
          </p:cNvPr>
          <p:cNvSpPr/>
          <p:nvPr/>
        </p:nvSpPr>
        <p:spPr>
          <a:xfrm>
            <a:off x="8875560" y="2918692"/>
            <a:ext cx="1396180" cy="8676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Use Web Search and Add more doc in retriever</a:t>
            </a:r>
            <a:endParaRPr lang="en-IN" sz="1000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E57295A-3B60-2C85-6D11-CA7563F1AE4A}"/>
              </a:ext>
            </a:extLst>
          </p:cNvPr>
          <p:cNvSpPr/>
          <p:nvPr/>
        </p:nvSpPr>
        <p:spPr>
          <a:xfrm>
            <a:off x="8747740" y="5021635"/>
            <a:ext cx="1524000" cy="8676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Generate </a:t>
            </a:r>
            <a:endParaRPr lang="en-IN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266A1CD-08FB-B754-6357-561A096EC8B6}"/>
              </a:ext>
            </a:extLst>
          </p:cNvPr>
          <p:cNvSpPr/>
          <p:nvPr/>
        </p:nvSpPr>
        <p:spPr>
          <a:xfrm>
            <a:off x="6437164" y="2965655"/>
            <a:ext cx="1396180" cy="86769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Query Planning and Decomposition</a:t>
            </a:r>
            <a:endParaRPr lang="en-IN" sz="10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33B0810-ABA8-32E6-5082-18289B4B6061}"/>
              </a:ext>
            </a:extLst>
          </p:cNvPr>
          <p:cNvCxnSpPr/>
          <p:nvPr/>
        </p:nvCxnSpPr>
        <p:spPr>
          <a:xfrm>
            <a:off x="7936582" y="3343227"/>
            <a:ext cx="8357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8A1918B-DC78-0AB2-2643-16DE04FA622C}"/>
              </a:ext>
            </a:extLst>
          </p:cNvPr>
          <p:cNvCxnSpPr/>
          <p:nvPr/>
        </p:nvCxnSpPr>
        <p:spPr>
          <a:xfrm>
            <a:off x="9545979" y="3833352"/>
            <a:ext cx="0" cy="1043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214024F-6D4A-F66D-3EDA-9AE27F3B79E8}"/>
              </a:ext>
            </a:extLst>
          </p:cNvPr>
          <p:cNvCxnSpPr/>
          <p:nvPr/>
        </p:nvCxnSpPr>
        <p:spPr>
          <a:xfrm>
            <a:off x="10353147" y="5495109"/>
            <a:ext cx="9930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398A6BF3-BC41-30D1-21A0-39F5A926B70D}"/>
              </a:ext>
            </a:extLst>
          </p:cNvPr>
          <p:cNvSpPr txBox="1"/>
          <p:nvPr/>
        </p:nvSpPr>
        <p:spPr>
          <a:xfrm>
            <a:off x="11346205" y="5270818"/>
            <a:ext cx="1076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Answer</a:t>
            </a:r>
            <a:endParaRPr lang="en-IN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ABEDE5-FDD8-73E9-EF52-561801A33294}"/>
              </a:ext>
            </a:extLst>
          </p:cNvPr>
          <p:cNvSpPr txBox="1"/>
          <p:nvPr/>
        </p:nvSpPr>
        <p:spPr>
          <a:xfrm>
            <a:off x="1157552" y="3377885"/>
            <a:ext cx="1705896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sz="1100" dirty="0"/>
              <a:t>Remove Unwanted Doc.</a:t>
            </a:r>
          </a:p>
          <a:p>
            <a:pPr marL="228600" indent="-228600">
              <a:buAutoNum type="arabicPeriod"/>
            </a:pPr>
            <a:r>
              <a:rPr lang="en-US" sz="1100" dirty="0"/>
              <a:t>If correct docs are less then 70 %</a:t>
            </a:r>
            <a:r>
              <a:rPr lang="en-IN" sz="1100" dirty="0"/>
              <a:t>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100" dirty="0"/>
              <a:t>Clean Docs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100" dirty="0"/>
              <a:t>Enhance Query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IN" sz="1100" dirty="0"/>
              <a:t>Add wiki </a:t>
            </a:r>
            <a:r>
              <a:rPr lang="en-IN" sz="1100" dirty="0" err="1"/>
              <a:t>Travily</a:t>
            </a:r>
            <a:r>
              <a:rPr lang="en-IN" sz="1100" dirty="0"/>
              <a:t> and generate more docs.</a:t>
            </a:r>
          </a:p>
          <a:p>
            <a:pPr marL="228600" indent="-228600">
              <a:buFont typeface="+mj-lt"/>
              <a:buAutoNum type="arabicPeriod"/>
            </a:pPr>
            <a:r>
              <a:rPr lang="en-IN" sz="1100" dirty="0"/>
              <a:t>Generate Answer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03279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58</Words>
  <Application>Microsoft Office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kunal khanvilkar</dc:creator>
  <cp:lastModifiedBy>kunal khanvilkar</cp:lastModifiedBy>
  <cp:revision>8</cp:revision>
  <dcterms:created xsi:type="dcterms:W3CDTF">2025-12-01T00:13:44Z</dcterms:created>
  <dcterms:modified xsi:type="dcterms:W3CDTF">2025-12-01T00:49:34Z</dcterms:modified>
</cp:coreProperties>
</file>