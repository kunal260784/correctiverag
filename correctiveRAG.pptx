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2CF9-ECB1-8EB7-A2BE-0A11AA1C2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2A7A2-DB73-998C-569A-1E12174AC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C455-EBBB-682C-47D6-E387BE81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BFEEC-968E-3B71-655A-5E4C1F0C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0D6C-6555-7035-16C7-AD8DB4E7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22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D4CA-4AF9-BFB9-0113-8B4711F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B705-49A1-FE15-D7CA-824738F9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E894-74A7-9A31-98EB-CEC406D6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E3751-3E54-599B-E1AC-4B7D118F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FB655-3D0B-3EA5-0440-B9FA14B9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40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01FC-2253-1934-AF35-33667548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3116F-CB9A-352A-A5A0-607805F6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565A3-0162-86F0-4632-F63106CDB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610B2-2AAC-605F-55B5-2024B26A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3264B-E927-A9D5-BB83-AF341C8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4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51A1-98B4-1368-5494-B0475D99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A50A-2A8B-F233-62A6-8C567B36E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04EB2-400C-E3B7-E4EE-EE862558D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3A257-AD74-B6BA-29CD-CC6CC2D8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FDEC8-B277-C3DA-799B-BBE60186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C7A2C-3FEB-1136-1527-28B7767C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68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1AED-E290-5966-630A-3FD172D2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9D6B2-EDA2-3238-F559-E7E5F1E75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7831D-F5CA-4752-451F-5D3E15402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A8D6A-E7FB-E5A9-B9B8-6B4F9AE39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E32D2-AB51-128B-B2A4-66FA0B688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1A5CE-32AC-4B9E-DD73-020C02CC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B1008-9104-2053-E992-4D2090BF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D713E6-2274-E9B3-4B30-1C3C68FA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07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7BF8-4107-7D57-507E-DFC8A38AA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49418-91F2-FA10-0A7A-AB9F1D49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E36A3-B58B-DCC9-B65C-1B1451AF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D91C4-A5BB-D75F-7B1B-951B4B58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09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F7CFD-8565-C64E-93D4-4089C18D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910A6-6B77-9D2D-6801-B4BA6242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7E26A-F19E-C568-78E4-5734D558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3A51-ABBB-CC5B-86C1-2FE7D681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3943E-2831-E766-F220-3F85A705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6C070-9457-715F-D650-2D0D8F741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47262-0382-A854-4E92-17DF407B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3AA77-58A1-8146-86B1-1C38051E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45D1E-9C20-E65F-7B2B-0D87714B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38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C485D-15E9-BD76-8999-37FB63AC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7CE34-5211-CFDB-3CAA-3D39C79CB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8D258-52B9-1A24-424A-857D490EA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0BAC2-BB21-DE3C-CD0D-98B9AECF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1B1AD-17E1-B4EA-BCBC-840F804F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D2C5D-671C-F649-1B52-5444A781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9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F01E-8D4E-7392-9DAE-43150077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39E2E-5F54-C3CB-137E-7691B799C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B847C-1248-6FA7-1CD2-D3E11FFD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D1BB3-FC2E-FBB1-43BB-E67A5D98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FA41C-A876-069B-74F3-1E02DB61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2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37C55-D52A-F7F3-4D50-E992BDA9F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A0028-F674-441D-06B1-73492F975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98770-251B-B94C-C0F3-2E8051A4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FA0A-68F8-EBB0-74A0-92E7A9E6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5E8B3-FD58-903D-F5C2-E5B1E5F9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15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0845F-C6B3-E7A4-17D8-7E89A47E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81612-EA97-1801-A7B5-BFD660072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9E2F-EAB8-2427-2CFC-8D823BCF8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76A4F-7CE0-476C-992A-88C2AABCE3EB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94D13-7920-F0DB-FF8F-3287DE7F4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0B41F-E94C-2A55-D561-3B7022FFC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C2201-7C96-4DD8-A756-993362A6A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02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122BCC-762A-D00D-4E6F-C145321F638A}"/>
              </a:ext>
            </a:extLst>
          </p:cNvPr>
          <p:cNvSpPr/>
          <p:nvPr/>
        </p:nvSpPr>
        <p:spPr>
          <a:xfrm>
            <a:off x="973394" y="619432"/>
            <a:ext cx="1396180" cy="8357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 Retriever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BF546D-FAD7-7A92-CFA1-7BCFF7ABE6F1}"/>
              </a:ext>
            </a:extLst>
          </p:cNvPr>
          <p:cNvSpPr/>
          <p:nvPr/>
        </p:nvSpPr>
        <p:spPr>
          <a:xfrm>
            <a:off x="973394" y="2143432"/>
            <a:ext cx="1396180" cy="8357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Grader</a:t>
            </a:r>
            <a:endParaRPr lang="en-IN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A0535598-1C2C-5583-0183-77E87400B421}"/>
              </a:ext>
            </a:extLst>
          </p:cNvPr>
          <p:cNvSpPr/>
          <p:nvPr/>
        </p:nvSpPr>
        <p:spPr>
          <a:xfrm>
            <a:off x="1032388" y="3618270"/>
            <a:ext cx="1288026" cy="117003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Quality Check</a:t>
            </a:r>
            <a:endParaRPr lang="en-IN" sz="11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C13552-A0BB-EA58-8B3C-08C9AE60C7C9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671484" y="1455174"/>
            <a:ext cx="0" cy="688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4811A8-3174-DA1A-ED4F-4B73C8E6A862}"/>
              </a:ext>
            </a:extLst>
          </p:cNvPr>
          <p:cNvCxnSpPr/>
          <p:nvPr/>
        </p:nvCxnSpPr>
        <p:spPr>
          <a:xfrm>
            <a:off x="1671484" y="2900516"/>
            <a:ext cx="0" cy="688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07AB425-A9F1-7C6E-E35E-90DAFBE49B6E}"/>
              </a:ext>
            </a:extLst>
          </p:cNvPr>
          <p:cNvCxnSpPr>
            <a:cxnSpLocks/>
          </p:cNvCxnSpPr>
          <p:nvPr/>
        </p:nvCxnSpPr>
        <p:spPr>
          <a:xfrm>
            <a:off x="1671484" y="4876800"/>
            <a:ext cx="3952568" cy="587373"/>
          </a:xfrm>
          <a:prstGeom prst="bentConnector3">
            <a:avLst>
              <a:gd name="adj1" fmla="val -2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670060B-37E8-25CA-C1D2-C28CC29C3EC7}"/>
              </a:ext>
            </a:extLst>
          </p:cNvPr>
          <p:cNvCxnSpPr>
            <a:cxnSpLocks/>
          </p:cNvCxnSpPr>
          <p:nvPr/>
        </p:nvCxnSpPr>
        <p:spPr>
          <a:xfrm flipV="1">
            <a:off x="2369577" y="3399504"/>
            <a:ext cx="934066" cy="7988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6B1185-ADB4-8854-BD10-ED93B52F48F4}"/>
              </a:ext>
            </a:extLst>
          </p:cNvPr>
          <p:cNvSpPr txBox="1"/>
          <p:nvPr/>
        </p:nvSpPr>
        <p:spPr>
          <a:xfrm>
            <a:off x="1759975" y="3035450"/>
            <a:ext cx="170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 (Not Up-to-Mark)</a:t>
            </a:r>
            <a:endParaRPr lang="en-IN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50D94D-D372-DEF1-49A9-FFD5363F0388}"/>
              </a:ext>
            </a:extLst>
          </p:cNvPr>
          <p:cNvSpPr txBox="1"/>
          <p:nvPr/>
        </p:nvSpPr>
        <p:spPr>
          <a:xfrm>
            <a:off x="2423652" y="5156397"/>
            <a:ext cx="1853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 – Up-to-the Mark</a:t>
            </a:r>
            <a:endParaRPr lang="en-IN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9BC87BA-402D-842D-8DD1-D90F3EED523B}"/>
              </a:ext>
            </a:extLst>
          </p:cNvPr>
          <p:cNvSpPr/>
          <p:nvPr/>
        </p:nvSpPr>
        <p:spPr>
          <a:xfrm>
            <a:off x="5845275" y="2918692"/>
            <a:ext cx="1396180" cy="8676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 Web Search and Add more doc in retriever</a:t>
            </a:r>
            <a:endParaRPr lang="en-IN" sz="10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57295A-3B60-2C85-6D11-CA7563F1AE4A}"/>
              </a:ext>
            </a:extLst>
          </p:cNvPr>
          <p:cNvSpPr/>
          <p:nvPr/>
        </p:nvSpPr>
        <p:spPr>
          <a:xfrm>
            <a:off x="5717455" y="5030325"/>
            <a:ext cx="1524000" cy="8676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66A1CD-08FB-B754-6357-561A096EC8B6}"/>
              </a:ext>
            </a:extLst>
          </p:cNvPr>
          <p:cNvSpPr/>
          <p:nvPr/>
        </p:nvSpPr>
        <p:spPr>
          <a:xfrm>
            <a:off x="3406879" y="2965655"/>
            <a:ext cx="1396180" cy="8676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Query Planning and Decomposition</a:t>
            </a:r>
            <a:endParaRPr lang="en-IN" sz="1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3B0810-ABA8-32E6-5082-18289B4B6061}"/>
              </a:ext>
            </a:extLst>
          </p:cNvPr>
          <p:cNvCxnSpPr/>
          <p:nvPr/>
        </p:nvCxnSpPr>
        <p:spPr>
          <a:xfrm>
            <a:off x="4906297" y="3343227"/>
            <a:ext cx="835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A1918B-DC78-0AB2-2643-16DE04FA622C}"/>
              </a:ext>
            </a:extLst>
          </p:cNvPr>
          <p:cNvCxnSpPr/>
          <p:nvPr/>
        </p:nvCxnSpPr>
        <p:spPr>
          <a:xfrm>
            <a:off x="6479455" y="3833352"/>
            <a:ext cx="0" cy="1043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14024F-6D4A-F66D-3EDA-9AE27F3B79E8}"/>
              </a:ext>
            </a:extLst>
          </p:cNvPr>
          <p:cNvCxnSpPr/>
          <p:nvPr/>
        </p:nvCxnSpPr>
        <p:spPr>
          <a:xfrm>
            <a:off x="7325032" y="5464173"/>
            <a:ext cx="993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8A6BF3-BC41-30D1-21A0-39F5A926B70D}"/>
              </a:ext>
            </a:extLst>
          </p:cNvPr>
          <p:cNvSpPr txBox="1"/>
          <p:nvPr/>
        </p:nvSpPr>
        <p:spPr>
          <a:xfrm>
            <a:off x="8475410" y="5240594"/>
            <a:ext cx="107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7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khanvilkar</dc:creator>
  <cp:lastModifiedBy>kunal khanvilkar</cp:lastModifiedBy>
  <cp:revision>4</cp:revision>
  <dcterms:created xsi:type="dcterms:W3CDTF">2025-12-01T00:13:44Z</dcterms:created>
  <dcterms:modified xsi:type="dcterms:W3CDTF">2025-12-01T00:23:10Z</dcterms:modified>
</cp:coreProperties>
</file>